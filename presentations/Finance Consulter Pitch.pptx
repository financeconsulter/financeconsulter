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6869" autoAdjust="0"/>
  </p:normalViewPr>
  <p:slideViewPr>
    <p:cSldViewPr snapToGrid="0">
      <p:cViewPr>
        <p:scale>
          <a:sx n="74" d="100"/>
          <a:sy n="74" d="100"/>
        </p:scale>
        <p:origin x="114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45179B-052C-4C86-B3C2-EDB8C1481271}" type="datetimeFigureOut">
              <a:rPr lang="de-CH" smtClean="0"/>
              <a:t>06.10.2025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2CB470-CD45-4636-8583-98AD6AC0651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1389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FinanceConsulter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ist eine smarte Finanz-App, die Quittungen per Foto oder Upload automatisch erkennt, 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strukturierte Buchungen verwandelt und dir sofortige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Insights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Sparpotenziale zeigt </a:t>
            </a:r>
          </a:p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privat, lokal und ohne Daten-Wirrwarr.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CB470-CD45-4636-8583-98AD6AC0651B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37556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429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97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3196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349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10/6/2025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557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10/6/2025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070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10/6/2025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630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80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047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30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5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6291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0751D61-2E62-33D2-9807-1B6D701385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803" b="11198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30DD7D3-2712-4491-B2C2-5FC23330C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3569" y="1066800"/>
            <a:ext cx="5128322" cy="4724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5E004BF-9C2F-806F-D947-21F66A999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737" y="1562101"/>
            <a:ext cx="4359744" cy="2738530"/>
          </a:xfrm>
        </p:spPr>
        <p:txBody>
          <a:bodyPr anchor="t">
            <a:normAutofit/>
          </a:bodyPr>
          <a:lstStyle/>
          <a:p>
            <a:r>
              <a:rPr lang="de-CH" dirty="0"/>
              <a:t>Finance Consulter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D0734C-004D-4938-8EA0-2C3867A11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6937" y="5780876"/>
            <a:ext cx="5131168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7951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FCAB61-3326-332F-C0D6-00BB6D49B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E83CF3-3C02-7DE4-4DDA-A80A7CD8E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b="1" dirty="0"/>
              <a:t>Pain: </a:t>
            </a:r>
            <a:r>
              <a:rPr lang="de-CH" dirty="0"/>
              <a:t>Manuelles Erfassen frisst Zeit, Fehler, keine Gesamtübersicht</a:t>
            </a:r>
          </a:p>
          <a:p>
            <a:r>
              <a:rPr lang="de-CH" b="1" dirty="0"/>
              <a:t>Konsequenz: </a:t>
            </a:r>
            <a:r>
              <a:rPr lang="de-CH" dirty="0"/>
              <a:t>Verpasste Sparpotenziale und Budgetüberschreitungen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63895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6C0324-0171-47D7-084B-DADA999A6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CH" dirty="0"/>
              <a:t>Zielgruppe &amp; Use Cases</a:t>
            </a:r>
            <a:br>
              <a:rPr lang="de-CH" dirty="0"/>
            </a:b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F7914-0D54-AEAA-627E-9AE829525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b="1" dirty="0"/>
              <a:t>Zielgruppe: </a:t>
            </a:r>
            <a:r>
              <a:rPr lang="de-CH" dirty="0"/>
              <a:t>Privatpersonen, Selbstständige, kleine Haushalte</a:t>
            </a:r>
          </a:p>
          <a:p>
            <a:r>
              <a:rPr lang="de-CH" b="1" dirty="0"/>
              <a:t>Use Cases:</a:t>
            </a:r>
          </a:p>
          <a:p>
            <a:pPr lvl="1"/>
            <a:r>
              <a:rPr lang="de-CH" dirty="0"/>
              <a:t>Quittung scannen/hochladen → automatische Transaktion mit allen Artikeln</a:t>
            </a:r>
          </a:p>
          <a:p>
            <a:pPr lvl="1"/>
            <a:r>
              <a:rPr lang="de-CH" dirty="0"/>
              <a:t>Kategorien von Produkten und Transaktionen</a:t>
            </a:r>
          </a:p>
          <a:p>
            <a:pPr lvl="1"/>
            <a:r>
              <a:rPr lang="de-CH" dirty="0"/>
              <a:t>Budgets im Blick</a:t>
            </a:r>
          </a:p>
          <a:p>
            <a:pPr lvl="1"/>
            <a:r>
              <a:rPr lang="de-CH" dirty="0"/>
              <a:t>AI-Tipps zur Optimierung auf persönliche Ziele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93928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B3B6C-8378-376C-E771-9143EF67F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Lösung und Nutzenversprechen</a:t>
            </a:r>
            <a:br>
              <a:rPr lang="de-DE" dirty="0"/>
            </a:b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F7638A-8924-362F-8BEB-F95524157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Klick vom Beleg zur Buchung</a:t>
            </a:r>
          </a:p>
          <a:p>
            <a:r>
              <a:rPr lang="de-DE" dirty="0"/>
              <a:t>Sofortige Kategorisierung und Übersicht auch mit eigenen Kategorien</a:t>
            </a:r>
          </a:p>
          <a:p>
            <a:r>
              <a:rPr lang="de-DE" dirty="0"/>
              <a:t>Einfache Bedienung</a:t>
            </a:r>
          </a:p>
          <a:p>
            <a:r>
              <a:rPr lang="de-DE" dirty="0"/>
              <a:t>Teurer Finanzberater zur Zielerreichung kann gespart werden.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97820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B7DB6D-C85B-F4D9-7D67-D8345F02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CH" dirty="0"/>
              <a:t>Wie es funktioniert</a:t>
            </a:r>
            <a:br>
              <a:rPr lang="de-CH" dirty="0"/>
            </a:b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7CD929-CE0E-B2C4-6B96-40894C5F1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b="1" dirty="0"/>
              <a:t>Pipeline:</a:t>
            </a:r>
          </a:p>
          <a:p>
            <a:pPr lvl="1"/>
            <a:r>
              <a:rPr lang="de-CH" dirty="0"/>
              <a:t>Upload/Foto  → Kategorisierung → </a:t>
            </a:r>
            <a:r>
              <a:rPr lang="de-CH" dirty="0" err="1"/>
              <a:t>Insights</a:t>
            </a:r>
            <a:r>
              <a:rPr lang="de-CH" dirty="0"/>
              <a:t> → Persönliche Lösung zu Ziel</a:t>
            </a:r>
          </a:p>
          <a:p>
            <a:r>
              <a:rPr lang="de-CH" b="1" dirty="0"/>
              <a:t>Tech Stack:</a:t>
            </a:r>
          </a:p>
          <a:p>
            <a:pPr lvl="1"/>
            <a:r>
              <a:rPr lang="de-CH" b="1" dirty="0"/>
              <a:t>Frontend: </a:t>
            </a:r>
            <a:r>
              <a:rPr lang="de-CH" dirty="0"/>
              <a:t>React </a:t>
            </a:r>
          </a:p>
          <a:p>
            <a:pPr lvl="1"/>
            <a:r>
              <a:rPr lang="de-CH" b="1" dirty="0"/>
              <a:t>Backend: </a:t>
            </a:r>
            <a:r>
              <a:rPr lang="de-CH" dirty="0"/>
              <a:t>Python, </a:t>
            </a:r>
            <a:r>
              <a:rPr lang="de-CH" dirty="0" err="1"/>
              <a:t>FastAPI</a:t>
            </a:r>
            <a:endParaRPr lang="de-CH" dirty="0"/>
          </a:p>
          <a:p>
            <a:pPr lvl="1"/>
            <a:r>
              <a:rPr lang="de-CH" b="1" dirty="0"/>
              <a:t>DB:</a:t>
            </a:r>
            <a:r>
              <a:rPr lang="de-CH" dirty="0"/>
              <a:t> SQLite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18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E51A971-33C5-BA24-4715-F92D142A8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6564" y="1249217"/>
            <a:ext cx="8298873" cy="225828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 dirty="0" err="1"/>
              <a:t>Vielen</a:t>
            </a:r>
            <a:r>
              <a:rPr lang="en-US" sz="6600" dirty="0"/>
              <a:t> Dank!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8EB562-837A-E982-9955-DFAA6350D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6564" y="4490100"/>
            <a:ext cx="8298873" cy="12828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400" b="1" cap="all" spc="300" dirty="0" err="1"/>
              <a:t>Gibt</a:t>
            </a:r>
            <a:r>
              <a:rPr lang="en-US" sz="2400" b="1" cap="all" spc="300" dirty="0"/>
              <a:t> es </a:t>
            </a:r>
            <a:r>
              <a:rPr lang="en-US" sz="2400" b="1" cap="all" spc="300" dirty="0" err="1"/>
              <a:t>noch</a:t>
            </a:r>
            <a:r>
              <a:rPr lang="en-US" sz="2400" b="1" cap="all" spc="300" dirty="0"/>
              <a:t> </a:t>
            </a:r>
            <a:r>
              <a:rPr lang="en-US" sz="2400" b="1" cap="all" spc="300" dirty="0" err="1"/>
              <a:t>Fragen</a:t>
            </a:r>
            <a:r>
              <a:rPr lang="en-US" sz="2400" b="1" cap="all" spc="300" dirty="0"/>
              <a:t>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10C1D6-7EDE-467F-89EA-E0244EB623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30240" y="4290504"/>
            <a:ext cx="731520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58013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Breitbild</PresentationFormat>
  <Paragraphs>29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Arial</vt:lpstr>
      <vt:lpstr>Grandview Display</vt:lpstr>
      <vt:lpstr>DashVTI</vt:lpstr>
      <vt:lpstr>Finance Consulter</vt:lpstr>
      <vt:lpstr>Problem</vt:lpstr>
      <vt:lpstr>Zielgruppe &amp; Use Cases </vt:lpstr>
      <vt:lpstr>Lösung und Nutzenversprechen </vt:lpstr>
      <vt:lpstr>Wie es funktioniert </vt:lpstr>
      <vt:lpstr>Vielen Dank!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Büeler (s)</dc:creator>
  <cp:lastModifiedBy>Bastian Büeler (s)</cp:lastModifiedBy>
  <cp:revision>3</cp:revision>
  <dcterms:created xsi:type="dcterms:W3CDTF">2025-10-06T04:48:22Z</dcterms:created>
  <dcterms:modified xsi:type="dcterms:W3CDTF">2025-10-06T05:05:19Z</dcterms:modified>
</cp:coreProperties>
</file>