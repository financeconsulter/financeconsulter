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6869" autoAdjust="0"/>
  </p:normalViewPr>
  <p:slideViewPr>
    <p:cSldViewPr snapToGrid="0">
      <p:cViewPr varScale="1">
        <p:scale>
          <a:sx n="74" d="100"/>
          <a:sy n="74" d="100"/>
        </p:scale>
        <p:origin x="97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5179B-052C-4C86-B3C2-EDB8C1481271}" type="datetimeFigureOut">
              <a:rPr lang="de-CH" smtClean="0"/>
              <a:t>10.12.2025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CB470-CD45-4636-8583-98AD6AC0651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38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FinanceConsulter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 eine smarte Finanz-App, die Quittungen per Foto oder Upload automatisch erkennt, 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strukturierte Buchungen verwandelt und dir sofortige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Sparpotenziale zeigt 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privat, lokal und ohne Daten-Wirrwarr.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CB470-CD45-4636-8583-98AD6AC0651B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755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Python: Macht die Logik und Datenverarbeitung.</a:t>
            </a:r>
          </a:p>
          <a:p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Stellt die schnelle API bereit.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SQLite: Kleine, lokale Datei-Datenbank fürs MVP.</a:t>
            </a:r>
          </a:p>
          <a:p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React: Baut die interaktive Web‑Oberfläche.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CB470-CD45-4636-8583-98AD6AC0651B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390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2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9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19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4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5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7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0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4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29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0751D61-2E62-33D2-9807-1B6D70138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03" b="11198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E004BF-9C2F-806F-D947-21F66A999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de-CH" dirty="0"/>
              <a:t>Finance Consulter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95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CAB61-3326-332F-C0D6-00BB6D49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E83CF3-3C02-7DE4-4DDA-A80A7CD8E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Pain: </a:t>
            </a:r>
            <a:r>
              <a:rPr lang="de-CH" dirty="0"/>
              <a:t>Manuelles Erfassen frisst Zeit, Fehler, keine Gesamtübersicht</a:t>
            </a:r>
          </a:p>
          <a:p>
            <a:r>
              <a:rPr lang="de-CH" b="1" dirty="0"/>
              <a:t>Konsequenz: </a:t>
            </a:r>
            <a:r>
              <a:rPr lang="de-CH" dirty="0"/>
              <a:t>Verpasste Sparpotenziale und Budgetüberschreitungen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6389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C0324-0171-47D7-084B-DADA999A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Zielgruppe &amp; Use Cases</a:t>
            </a:r>
            <a:br>
              <a:rPr lang="de-CH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2F7914-0D54-AEAA-627E-9AE829525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Zielgruppe: </a:t>
            </a:r>
            <a:r>
              <a:rPr lang="de-CH" dirty="0"/>
              <a:t>Privatpersonen, Selbstständige, kleine Haushalte</a:t>
            </a:r>
          </a:p>
          <a:p>
            <a:r>
              <a:rPr lang="de-CH" b="1" dirty="0"/>
              <a:t>Use Cases:</a:t>
            </a:r>
          </a:p>
          <a:p>
            <a:pPr lvl="1"/>
            <a:r>
              <a:rPr lang="de-CH" dirty="0"/>
              <a:t>Quittung scannen/hochladen → automatische Transaktion mit allen Artikeln</a:t>
            </a:r>
          </a:p>
          <a:p>
            <a:pPr lvl="1"/>
            <a:r>
              <a:rPr lang="de-CH" dirty="0"/>
              <a:t>Kategorien von Produkten und Transaktionen</a:t>
            </a:r>
          </a:p>
          <a:p>
            <a:pPr lvl="1"/>
            <a:r>
              <a:rPr lang="de-CH" dirty="0"/>
              <a:t>Budgets im Blick</a:t>
            </a:r>
          </a:p>
          <a:p>
            <a:pPr lvl="1"/>
            <a:r>
              <a:rPr lang="de-CH" dirty="0"/>
              <a:t>AI-Tipps zur Optimierung auf persönliche Ziele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9392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B3B6C-8378-376C-E771-9143EF67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Lösung und Nutzenversprechen</a:t>
            </a:r>
            <a:br>
              <a:rPr lang="de-DE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F7638A-8924-362F-8BEB-F95524157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Klick vom Beleg zur Buchung</a:t>
            </a:r>
          </a:p>
          <a:p>
            <a:r>
              <a:rPr lang="de-DE" dirty="0"/>
              <a:t>Sofortige Kategorisierung und Übersicht auch mit eigenen Kategorien</a:t>
            </a:r>
          </a:p>
          <a:p>
            <a:r>
              <a:rPr lang="de-DE" dirty="0"/>
              <a:t>Einfache Bedienung</a:t>
            </a:r>
          </a:p>
          <a:p>
            <a:r>
              <a:rPr lang="de-DE" dirty="0"/>
              <a:t>Teurer Finanzberater zur Zielerreichung kann gespart werden.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9782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B7DB6D-C85B-F4D9-7D67-D8345F029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Wie es funktioniert</a:t>
            </a:r>
            <a:br>
              <a:rPr lang="de-CH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CD929-CE0E-B2C4-6B96-40894C5F1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Pipeline:</a:t>
            </a:r>
          </a:p>
          <a:p>
            <a:pPr lvl="1"/>
            <a:r>
              <a:rPr lang="de-CH" dirty="0"/>
              <a:t>Upload/Foto  → Kategorisierung → </a:t>
            </a:r>
            <a:r>
              <a:rPr lang="de-CH" dirty="0" err="1"/>
              <a:t>Insights</a:t>
            </a:r>
            <a:r>
              <a:rPr lang="de-CH" dirty="0"/>
              <a:t> → Persönliche Lösung zu Ziel</a:t>
            </a:r>
          </a:p>
          <a:p>
            <a:r>
              <a:rPr lang="de-CH" b="1" dirty="0"/>
              <a:t>Tech Stack:</a:t>
            </a:r>
          </a:p>
          <a:p>
            <a:pPr lvl="1"/>
            <a:r>
              <a:rPr lang="de-CH" b="1" dirty="0"/>
              <a:t>Frontend: </a:t>
            </a:r>
            <a:r>
              <a:rPr lang="de-CH" dirty="0"/>
              <a:t>React </a:t>
            </a:r>
          </a:p>
          <a:p>
            <a:pPr lvl="1"/>
            <a:r>
              <a:rPr lang="de-CH" b="1" dirty="0"/>
              <a:t>Backend: </a:t>
            </a:r>
            <a:r>
              <a:rPr lang="de-CH" dirty="0"/>
              <a:t>Python, </a:t>
            </a:r>
            <a:r>
              <a:rPr lang="de-CH" dirty="0" err="1"/>
              <a:t>FastAPI</a:t>
            </a:r>
            <a:endParaRPr lang="de-CH" dirty="0"/>
          </a:p>
          <a:p>
            <a:pPr lvl="1"/>
            <a:r>
              <a:rPr lang="de-CH" b="1" dirty="0"/>
              <a:t>DB:</a:t>
            </a:r>
            <a:r>
              <a:rPr lang="de-CH" dirty="0"/>
              <a:t> SQLite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1808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7ECBD-5CA9-79AE-EF7C-03138818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Schwierigkeiten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CAB0FB-437A-D285-705A-50E8DE2BE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Prompt Absetzen welches </a:t>
            </a:r>
            <a:r>
              <a:rPr lang="de-CH" dirty="0" err="1"/>
              <a:t>modell</a:t>
            </a:r>
            <a:r>
              <a:rPr lang="de-CH" dirty="0"/>
              <a:t> und wo?</a:t>
            </a:r>
          </a:p>
          <a:p>
            <a:r>
              <a:rPr lang="de-CH" dirty="0"/>
              <a:t>Modell Training -&gt; Donut und </a:t>
            </a:r>
            <a:r>
              <a:rPr lang="de-CH" dirty="0" err="1"/>
              <a:t>finetuned</a:t>
            </a:r>
            <a:r>
              <a:rPr lang="de-CH" dirty="0"/>
              <a:t> Donut gibt absoluten </a:t>
            </a:r>
            <a:r>
              <a:rPr lang="de-CH" dirty="0" err="1"/>
              <a:t>Chabissalat</a:t>
            </a:r>
            <a:r>
              <a:rPr lang="de-CH" dirty="0"/>
              <a:t> aus nach Training</a:t>
            </a:r>
          </a:p>
          <a:p>
            <a:r>
              <a:rPr lang="de-CH" dirty="0"/>
              <a:t>Neue Technologien -&gt; React, SQL </a:t>
            </a:r>
            <a:r>
              <a:rPr lang="de-CH" dirty="0" err="1"/>
              <a:t>Alchemy</a:t>
            </a:r>
            <a:r>
              <a:rPr lang="de-CH" dirty="0"/>
              <a:t>, Fast API</a:t>
            </a:r>
          </a:p>
          <a:p>
            <a:r>
              <a:rPr lang="de-CH" dirty="0"/>
              <a:t>Kleines Team für viel Umfang -&gt; grosser </a:t>
            </a:r>
            <a:r>
              <a:rPr lang="de-CH" dirty="0" err="1"/>
              <a:t>load</a:t>
            </a:r>
            <a:r>
              <a:rPr lang="de-CH" dirty="0"/>
              <a:t> für einen selbst</a:t>
            </a:r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8896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BC723-42D1-BA15-B6CF-FD23F967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E24E8C-EB84-96CE-1899-E86415FB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Nutzen von Gemini Flash 2.0 über </a:t>
            </a:r>
            <a:r>
              <a:rPr lang="de-CH" dirty="0" err="1"/>
              <a:t>google</a:t>
            </a:r>
            <a:r>
              <a:rPr lang="de-CH" dirty="0"/>
              <a:t> ai </a:t>
            </a:r>
            <a:r>
              <a:rPr lang="de-CH" dirty="0" err="1"/>
              <a:t>studio</a:t>
            </a:r>
            <a:r>
              <a:rPr lang="de-CH" dirty="0"/>
              <a:t> mit API Key (gratis)</a:t>
            </a:r>
          </a:p>
          <a:p>
            <a:r>
              <a:rPr lang="de-CH" dirty="0"/>
              <a:t>Eventuell </a:t>
            </a:r>
            <a:r>
              <a:rPr lang="de-CH" dirty="0" err="1"/>
              <a:t>Finetunedmodell</a:t>
            </a:r>
            <a:r>
              <a:rPr lang="de-CH" dirty="0"/>
              <a:t> nutzen und </a:t>
            </a:r>
            <a:r>
              <a:rPr lang="de-CH" dirty="0" err="1"/>
              <a:t>ummappen</a:t>
            </a:r>
            <a:r>
              <a:rPr lang="de-CH" dirty="0"/>
              <a:t> von daten, jedoch ist </a:t>
            </a:r>
            <a:r>
              <a:rPr lang="de-CH" dirty="0" err="1"/>
              <a:t>finetuned</a:t>
            </a:r>
            <a:r>
              <a:rPr lang="de-CH" dirty="0"/>
              <a:t> </a:t>
            </a:r>
            <a:r>
              <a:rPr lang="de-CH" dirty="0" err="1"/>
              <a:t>modell</a:t>
            </a:r>
            <a:r>
              <a:rPr lang="de-CH" dirty="0"/>
              <a:t> auch nicht 100% zuverlässig</a:t>
            </a:r>
          </a:p>
          <a:p>
            <a:r>
              <a:rPr lang="de-CH" dirty="0"/>
              <a:t>Neue Technologien -&gt; gelernt mit Onlinekursen und Gemini/Claude Learning </a:t>
            </a:r>
            <a:r>
              <a:rPr lang="de-CH" dirty="0" err="1"/>
              <a:t>function</a:t>
            </a:r>
            <a:endParaRPr lang="de-CH" dirty="0"/>
          </a:p>
          <a:p>
            <a:r>
              <a:rPr lang="de-CH" dirty="0"/>
              <a:t>Klare Aufteilung </a:t>
            </a:r>
            <a:r>
              <a:rPr lang="de-CH"/>
              <a:t>usw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4063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1A971-33C5-BA24-4715-F92D142A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 err="1"/>
              <a:t>Vielen</a:t>
            </a:r>
            <a:r>
              <a:rPr lang="en-US" sz="6600" dirty="0"/>
              <a:t> Dank!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8EB562-837A-E982-9955-DFAA6350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cap="all" spc="300" dirty="0" err="1"/>
              <a:t>Gibt</a:t>
            </a:r>
            <a:r>
              <a:rPr lang="en-US" sz="2400" b="1" cap="all" spc="300" dirty="0"/>
              <a:t> es </a:t>
            </a:r>
            <a:r>
              <a:rPr lang="en-US" sz="2400" b="1" cap="all" spc="300" dirty="0" err="1"/>
              <a:t>noch</a:t>
            </a:r>
            <a:r>
              <a:rPr lang="en-US" sz="2400" b="1" cap="all" spc="300" dirty="0"/>
              <a:t> </a:t>
            </a:r>
            <a:r>
              <a:rPr lang="en-US" sz="2400" b="1" cap="all" spc="300" dirty="0" err="1"/>
              <a:t>Fragen</a:t>
            </a:r>
            <a:r>
              <a:rPr lang="en-US" sz="2400" b="1" cap="all" spc="300" dirty="0"/>
              <a:t>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58013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Breitbild</PresentationFormat>
  <Paragraphs>44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Arial</vt:lpstr>
      <vt:lpstr>Grandview Display</vt:lpstr>
      <vt:lpstr>DashVTI</vt:lpstr>
      <vt:lpstr>Finance Consulter</vt:lpstr>
      <vt:lpstr>Problem</vt:lpstr>
      <vt:lpstr>Zielgruppe &amp; Use Cases </vt:lpstr>
      <vt:lpstr>Lösung und Nutzenversprechen </vt:lpstr>
      <vt:lpstr>Wie es funktioniert </vt:lpstr>
      <vt:lpstr>Schwierigkeiten</vt:lpstr>
      <vt:lpstr>Lösungen</vt:lpstr>
      <vt:lpstr>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Büeler (s)</dc:creator>
  <cp:lastModifiedBy>Bastian Büeler (s)</cp:lastModifiedBy>
  <cp:revision>9</cp:revision>
  <dcterms:created xsi:type="dcterms:W3CDTF">2025-10-06T04:48:22Z</dcterms:created>
  <dcterms:modified xsi:type="dcterms:W3CDTF">2025-12-10T14:58:26Z</dcterms:modified>
</cp:coreProperties>
</file>